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7 · SYLLABUS 2.9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Failure: Key Definitions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things we left hanging, finally named properly.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market economy: what to produce (whatever earns profit), how (however keeps costs lowest), for whom (whoever can pay).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 mechanism coordinates all of it, with no central planner.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🥤 Warm-up: padel club energy drinks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$3 → $3.60  (+20%)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80 → 56 per week  (−30%)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🥤 Energy drinks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= −30%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−30 ÷ 20 = −1.5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Warm-up: Tom's Print Co desk organisers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PES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 → $18  (+20%)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44 per week  (+10%)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Desk organisers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+10%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10 ÷ 20 = 0.5 →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we left hanging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the plastic waste from Tom's printer ending up in the stream?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streetlights nobody privately installs on the path to the padel club?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market failure in action. Today we name exactly what's going wrong in each case.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market failure?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failure: the price mechanism fails to allocate resources efficiently — too much or too little gets produced, compared to what's best for society.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padel grip's price only reflects Tom's own cost, not the pollution cost to people near the stream — so more grips get produced than is actually efficient.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Private, external, and social cost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cost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producer or consumer themselves pays. For Tom: the plastic and electricity behind an $8 grip.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cost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cost dumped on someone not involved in the transaction. The pollution cost paid by people near the stream.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cost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cost + external cost — the true cost to society. Whenever social &gt; private, that gap is market failure.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Externalities: naming the spillover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external cost or benefit that spills onto a third party is called an externality.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types — split by production vs. consumption, and negative vs. positive.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Externality types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197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28940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— production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8940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plastic waste polluting the stream while he manufactures grips — a cost created during production, dumped on someone uninvolved.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773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5516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— consumption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516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Loud music from a late padel match disturbing neighbours who aren't playing or paying — a cost created while the good is consumed.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Externality types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197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28940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— production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8940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example: a beekeeper's bees pollinate a neighbouring farmer's crops as a side effect of producing honey — a free, unpaid-for benefit.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773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5516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— consumption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516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getting a flu vaccine also lowers the chance everyone around them catches it — a benefit to people who never got the jab themselves.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you try: which externality?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Padel court resurfacing kicks up dust onto a neighbour's washing line.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homeowner's fresh paint job raises the whole street's property values.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smoking on the club terrace forces nearby players to breathe second-hand smoke.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goods vs. private goods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good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Excludable — can stop non-payers.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Rivalrous — one person's use reduces another's.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padel court booking: the club can refuse non-payers, and one match on it means nobody else can use that court then.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good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Non-excludable — can't stop non-payers benefiting.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Non-rivalrous — one person's use doesn't reduce another's.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streetlight on the path to the club: can't stop a passer-by benefiting, and one walker doesn't leave less light for the next.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free-rider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a public good is non-excludable, anyone can benefit without paying — free-riding.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firm installing a streetlight couldn't charge the passers-by who benefit from it.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profit, no incentive to supply it — even though people genuinely want it. That's why government usually provides public goods instead.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good or private good?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3D-printed padel grip Tom sells → Private good (excludable, rivalrous).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flood defences protecting a coastline → Public good (non-excludable, non-rivalrous).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padel club membership → Private good (the club can exclude non-members).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Merit goods vs. demerit goods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Merit good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Under-provided by the market.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undervalue the benefit to themselves, or ignore the positive externality to others.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education, healthcare, vaccination.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Demerit good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Over-provided by the market.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undervalue the cost to themselves, or ignore the negative externality to others.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cigarettes, junk food.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Merit good or demerit good?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Cigarettes sold near the club → Demerit good (undervalued health cost + second-hand smoke externality).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subsidised coding workshop using Tom's 3D printer → Merit good (undervalued long-term benefit + skills spillover).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difference between private cost and social cost?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two properties that make something a public good.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failure: the price mechanism misallocates resources.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Externalities: four types, split by production/consumption and negative/positive.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goods: non-excludable + non-rivalrous → free-riding → the market under-supplies them.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Merit goods under-provided, demerit goods over-provided — people misjudge the true benefit or cost.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failure: causes &amp; consequences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governments actually do about each of these problems.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2026-08-27T21:35:34Z</dcterms:created>
  <dcterms:modified xsi:type="dcterms:W3CDTF">2026-08-27T21:35:34Z</dcterms:modified>
</cp:coreProperties>
</file>