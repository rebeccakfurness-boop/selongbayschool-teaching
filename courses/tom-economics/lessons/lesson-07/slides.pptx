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 · SYLLABUS 2.9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Definitions, Causes &amp; Consequences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we left hanging, finally named properly — and what they actually cause.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economy: what to produce (whatever earns profit), how (however keeps costs lowest), for whom (whoever can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all of it, with no central planner.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Warm-up: padel club energy drinks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$3 → $3.60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56 per week  (−30%)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Energy drinks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Warm-up: Tom's Print Co desk organisers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PES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44 per week  (+10%)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Desk organisers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+10%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10 ÷ 20 = 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we left hanging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plastic waste from Tom's printer ending up in the stream?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streetlights nobody privately installs on the path to the padel club?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market failure in action. Today we name exactly what's going wrong in each case.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market failure?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fails to allocate resources efficiently — too much or too little gets produced, compared to what's best for society.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padel grip's price only reflects Tom's own cost, not the pollution cost to people near the stream — so more grips get produced than is actually efficient.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Private, external, and social cost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producer or consumer themselves pays. For Tom: the plastic and electricity behind an $8 grip.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dumped on someone not involved in the transaction. The pollution cost paid by people near the stream.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 + external cost — the true cost to society. Whenever social &gt; private, that gap is market failure.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Externalities: naming the spillover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external cost or benefit that spills onto a third party is called an externality.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— split by production vs. consumption, and negative vs. positive.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plastic waste polluting the stream while he manufactures grips — a cost created during production, dumped on someone uninvolved.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music from a late padel match disturbing neighbours who aren't playing or paying — a cost created while the good is consumed.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example: a beekeeper's bees pollinate a neighbouring farmer's crops as a side effect of producing honey — a free, unpaid-for benefit.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getting a flu vaccine also lowers the chance everyone around them catches it — a benefit to people who never got the jab themselves.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which externality?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court resurfacing kicks up dust onto a neighbour's washing line.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homeowner's fresh paint job raises the whole street's property values.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smoking on the club terrace forces nearby players to breathe second-hand smoke.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goods vs. private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Excludable — can stop non-payers.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Rivalrous — one person's use reduces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court booking: the club can refuse non-payers, and one match on it means nobody else can use that court then.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Non-excludable — can't stop non-payers benefiting.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Non-rivalrous — one person's use doesn't reduce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streetlight on the path to the club: can't stop a passer-by benefiting, and one walker doesn't leave less light for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free-rider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public good is non-excludable, anyone can benefit without paying — free-riding.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firm installing a streetlight couldn't charge the passers-by who benefit from 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profit, no incentive to supply it — even though people genuinely want it. That's why government usually provides public goods instead.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 or private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3D-printed padel grip Tom sells → Private good (excludable, 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flood defences protecting a coastline → Public good (non-excludable, non-rivalrous).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membership → Private good (the club can exclude non-members).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goods vs. demerit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benefit to themselves, or ignore the positive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education, healthcare, vaccination.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Demerit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cost to themselves, or ignore the negative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cigarettes, junk food.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 or demerit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Cigarettes sold near the club → Demerit good (undervalued health cost + second-hand smoke externality).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subsidised coding workshop using Tom's 3D printer → Merit good (undervalued long-term benefit + skills spillover).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check: definitions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private cost and social cost?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two properties that make something a public good.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what actually happens?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problem isn't the same as knowing its effect.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exactly what goes wrong with the amount produced, who gets affected, and a first look at government's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output vs. socially efficient output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output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actually gets produced.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private cost and private benefit alone.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Socially efficient output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SHOULD get produced.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social cost and social benefit — the true cost/benefit to everyone.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externalities → overproduction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stream pollution: social cost is higher than private cost.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only 'sees' private cost, so production keeps going past the point where it should stop.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MORE grips get produced than is actually best for society.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externalities &amp; merit goods → underproduction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free coding workshop: social benefit is higher than private benefit.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only 'sees' private benefit.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LESS of it gets provided than would actually be best for society.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goods → zero provision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free-rider problem means a private firm can't capture profit from something like streetlights.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market provides NONE at all, even though people clearly want it.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which consequence?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keeps printing extra grips even though the pollution cost is never paid by him.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vaccination programme reaches fewer people than would benefit society.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builds a lighthouse, because no single ship owner will pay for something every ship benefits from for free.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bears the consequences?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pay for goods that quietly harm others, or miss out on merit goods that would genuinely benefit them.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market signal to change — nobody's actually charging them for the externality they create.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decide whether the gap is big enough to justify stepping in, and how.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look at government's toolkit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— to discourage demerit goods and negative externalities.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Subsidies — to encourage merit goods and positive externalities.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— rules and limits on behaviour.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provision — government builds or provides public goods itself.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check: causes &amp; consequences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factory's negative externality — more or less than the socially efficient amount?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merit good get under-provided by the market?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free-rider problem a direct cause of?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misallocates resources.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Externalities, public goods, and merit/demerit goods are the causes.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externalities cause overproduction. Positive externalities and merit goods cause underproduction. Public goods get zero private provision.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Consumers, producers, and government are all affected differently.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economy &amp; price controls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tools — taxes, subsidies, regulation — in depth.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