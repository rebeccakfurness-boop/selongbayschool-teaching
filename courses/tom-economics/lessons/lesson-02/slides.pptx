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SYLLABUS 2.4.3 / 2.5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can't you ever get a padel court at 6pm?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equilibrium, quantity demanded = quantity supplied.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what happens when it isn't equal.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6–8pm slot: SHORTAGE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595421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3430829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21408" y="3540557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Shape 10"/>
          <p:cNvSpPr/>
          <p:nvPr/>
        </p:nvSpPr>
        <p:spPr>
          <a:xfrm>
            <a:off x="3950208" y="3540557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shortage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019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Club's normal price (P1) is below the true equilibrium for this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demanded (Qd) &gt; quantity supplied (Qs, fixed courts).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shortage.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9am slot: SURPLUS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542032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50208" y="248716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2121408" y="2487168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surplus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307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933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(P1) is now above the true equilibrium for this quiet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 (Qs) &gt; quantity demanded (Qd).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courts = surplus.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Clearing it: pricing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evening price → quantity demanded falls back (movement along D)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morning price → quantity demanded rises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cases: price moves toward that slot's own equilibrium.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idea: retired Lego sets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📈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is discontinued → supply fixed/shrinking, demand persists → shortage at old retail price.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Resale price rises until quantity demanded falls to match the fixed supply.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 consequences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is caused by a shift in demand and/or supply.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 is that quantity bought &amp; sold changes.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a price change alone only moves you along a curve — it doesn't shift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 (PED)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price rise crush sales of some things but barely dent others?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2026-09-10T18:59:09Z</dcterms:created>
  <dcterms:modified xsi:type="dcterms:W3CDTF">2026-09-10T18:59:09Z</dcterms:modified>
</cp:coreProperties>
</file>