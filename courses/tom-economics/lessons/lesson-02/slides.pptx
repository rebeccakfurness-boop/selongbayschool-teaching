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 · SYLLABUS 2.4.3 / 2.5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Disequilibrium &amp; Price Changes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can't you ever get a padel court at 6pm?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equilibrium, quantity demanded = quantity supplied.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know this cold — today's about what happens when it isn't equal.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🎾 6–8pm slot: SHORTAGE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097280" y="1554480"/>
            <a:ext cx="0" cy="329184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4846320"/>
            <a:ext cx="42062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371600" y="1645920"/>
            <a:ext cx="3657600" cy="3017520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0" y="1645920"/>
            <a:ext cx="3657600" cy="3017520"/>
          </a:xfrm>
          <a:prstGeom prst="line">
            <a:avLst/>
          </a:prstGeom>
          <a:noFill/>
          <a:ln w="38100">
            <a:solidFill>
              <a:srgbClr val="F9616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0600" y="434340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00600" y="160020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</a:rPr>
              <a:t>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280" y="3595421"/>
            <a:ext cx="4206240" cy="0"/>
          </a:xfrm>
          <a:prstGeom prst="line">
            <a:avLst/>
          </a:prstGeom>
          <a:noFill/>
          <a:ln w="15875">
            <a:solidFill>
              <a:srgbClr val="5B5B5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94360" y="3430829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121408" y="3540557"/>
            <a:ext cx="109728" cy="10972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2" name="Shape 10"/>
          <p:cNvSpPr/>
          <p:nvPr/>
        </p:nvSpPr>
        <p:spPr>
          <a:xfrm>
            <a:off x="3950208" y="3540557"/>
            <a:ext cx="109728" cy="1097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Shape 11"/>
          <p:cNvSpPr/>
          <p:nvPr/>
        </p:nvSpPr>
        <p:spPr>
          <a:xfrm>
            <a:off x="2176272" y="4983480"/>
            <a:ext cx="182880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76272" y="50474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shortage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901952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5B5B"/>
                </a:solidFill>
              </a:rPr>
              <a:t>Qs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22192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B5B"/>
                </a:solidFill>
              </a:rPr>
              <a:t>Qd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920240"/>
            <a:ext cx="539496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219456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Club's normal price (P1) is below the true equilibrium for this slot.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demanded (Qd) &gt; quantity supplied (Qs, fixed courts).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gap is the shortage.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🎾 9am slot: SURPLUS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097280" y="1554480"/>
            <a:ext cx="0" cy="329184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4846320"/>
            <a:ext cx="42062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371600" y="1645920"/>
            <a:ext cx="3657600" cy="3017520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0" y="1645920"/>
            <a:ext cx="3657600" cy="3017520"/>
          </a:xfrm>
          <a:prstGeom prst="line">
            <a:avLst/>
          </a:prstGeom>
          <a:noFill/>
          <a:ln w="38100">
            <a:solidFill>
              <a:srgbClr val="F9616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0600" y="434340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00600" y="160020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</a:rPr>
              <a:t>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280" y="2542032"/>
            <a:ext cx="4206240" cy="0"/>
          </a:xfrm>
          <a:prstGeom prst="line">
            <a:avLst/>
          </a:prstGeom>
          <a:noFill/>
          <a:ln w="15875">
            <a:solidFill>
              <a:srgbClr val="5B5B5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94360" y="237744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950208" y="2487168"/>
            <a:ext cx="109728" cy="1097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Shape 10"/>
          <p:cNvSpPr/>
          <p:nvPr/>
        </p:nvSpPr>
        <p:spPr>
          <a:xfrm>
            <a:off x="2121408" y="2487168"/>
            <a:ext cx="109728" cy="10972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3" name="Shape 11"/>
          <p:cNvSpPr/>
          <p:nvPr/>
        </p:nvSpPr>
        <p:spPr>
          <a:xfrm>
            <a:off x="2176272" y="4983480"/>
            <a:ext cx="182880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76272" y="50474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surplus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730752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5B5B"/>
                </a:solidFill>
              </a:rPr>
              <a:t>Qd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993392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B5B"/>
                </a:solidFill>
              </a:rPr>
              <a:t>Qs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920240"/>
            <a:ext cx="539496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219456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price (P1) is now above the true equilibrium for this quiet slot.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supplied (Qs) &gt; quantity demanded (Qd).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courts = surplus.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Clearing it: pricing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the evening price → quantity demanded falls back (movement along D) until it matches supply.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the morning price → quantity demanded rises until it matches supply.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cases: price moves toward that slot's own equilibrium.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idea: retired Lego sets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📈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is discontinued → supply fixed/shrinking, demand persists → shortage at old retail price.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Resale price rises until quantity demanded falls to match the fixed supply.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Causes vs consequences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price change is caused by a shift in demand and/or supply.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consequence is that quantity bought &amp; sold changes.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out: a price change alone only moves you along a curve — it doesn't shift it.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elasticity of demand (PED)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a price rise crush sales of some things but barely dent others?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2026-08-27T21:35:34Z</dcterms:created>
  <dcterms:modified xsi:type="dcterms:W3CDTF">2026-08-27T21:35:34Z</dcterms:modified>
</cp:coreProperties>
</file>