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· SYLLABUS 2.4.3 / 2.5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Disequilibrium &amp; Price Changes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you ever get a padel court at 6pm?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equilibrium, quantity demanded = quantity supplied.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this cold — today's about what happens when it isn't equal.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🎾 6–8pm slot: SHORTAGE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97280" y="1554480"/>
            <a:ext cx="0" cy="329184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4846320"/>
            <a:ext cx="42062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371600" y="1645920"/>
            <a:ext cx="3657600" cy="301752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645920"/>
            <a:ext cx="3657600" cy="301752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4343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00600" y="1600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3595421"/>
            <a:ext cx="4206240" cy="0"/>
          </a:xfrm>
          <a:prstGeom prst="line">
            <a:avLst/>
          </a:prstGeom>
          <a:noFill/>
          <a:ln w="15875">
            <a:solidFill>
              <a:srgbClr val="5B5B5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94360" y="343082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21408" y="3540557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3950208" y="3540557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2176272" y="4983480"/>
            <a:ext cx="182880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5047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shortage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01952" y="4983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B5B"/>
                </a:solidFill>
              </a:rPr>
              <a:t>Qs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22192" y="4983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5B"/>
                </a:solidFill>
              </a:rPr>
              <a:t>Qd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92024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F4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21945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Club's normal price (P1) is below the true equilibrium for this slot.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demanded (Qd) &gt; quantity supplied (Qs, fixed courts).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is the shortage.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🎾 9am slot: SURPLUS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97280" y="1554480"/>
            <a:ext cx="0" cy="329184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4846320"/>
            <a:ext cx="42062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371600" y="1645920"/>
            <a:ext cx="3657600" cy="301752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645920"/>
            <a:ext cx="3657600" cy="301752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4343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00600" y="1600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542032"/>
            <a:ext cx="4206240" cy="0"/>
          </a:xfrm>
          <a:prstGeom prst="line">
            <a:avLst/>
          </a:prstGeom>
          <a:noFill/>
          <a:ln w="15875">
            <a:solidFill>
              <a:srgbClr val="5B5B5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94360" y="2377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50208" y="248716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2121408" y="2487168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2176272" y="4983480"/>
            <a:ext cx="182880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5047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surplus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30752" y="4983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5B5B"/>
                </a:solidFill>
              </a:rPr>
              <a:t>Qd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93392" y="4983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5B"/>
                </a:solidFill>
              </a:rPr>
              <a:t>Qs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92024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F4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21945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price (P1) is now above the true equilibrium for this quiet slot.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supplied (Qs) &gt; quantity demanded (Qd).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courts = surplus.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Clearing it: pricing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evening price → quantity demanded falls back (movement along D) until it matches supply.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morning price → quantity demanded rises until it matches supply.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cases: price moves toward that slot's own equilibrium.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idea: retired Lego sets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📈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is discontinued → supply fixed/shrinking, demand persists → shortage at old retail price.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 price rises until quantity demanded falls to match the fixed supply.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Causes vs consequences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change is caused by a shift in demand and/or supply.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 is that quantity bought &amp; sold changes.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a price change alone only moves you along a curve — it doesn't shift it.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elasticity of demand (PED)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price rise crush sales of some things but barely dent others?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2026-09-14T07:02:13Z</dcterms:created>
  <dcterms:modified xsi:type="dcterms:W3CDTF">2026-09-14T07:02:13Z</dcterms:modified>
</cp:coreProperties>
</file>