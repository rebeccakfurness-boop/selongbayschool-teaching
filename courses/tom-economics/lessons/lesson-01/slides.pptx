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SYLLABUS 1.2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of Production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Tom's Print Co. actually make stuff?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needs 4 ingredients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🧩  🎾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 Co. 3D-prints custom padel grips and Lego-compatible parts.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name the ingredients — what do you think you'd actually need to start it this weekend?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resources used in production — not just soil.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filament spool is made from petroleum. That's land.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🧑‍🔧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Labour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physical or mental effort.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designing CAD files, running the printer, packaging orders.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Wages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🖨️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goods used to produce other goods. The printer, the laptop, the tools.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money! Cash isn't capital in economics.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Interest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🎲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Risk-taking + organising the other three factors.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decision to start the business at all. Unlike the other three rewards, profit isn't guaranteed.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vs 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Quantity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buys a second 3D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units of the same capital.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Quality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upgrades to a faster, more precise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number, better ones.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padel club buys 3 more courts. Quantity or quality of capital?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head coach completes an advanced coaching qualification. Quantity or quality of labour?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Land → Rent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🧑‍🔧  Labour → Wages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Capital → Interest (not money!)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Enterprise → Profit (not guaranteed)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everyone wants a padel court at 6pm and there aren't enough? Shortages, surpluses, and how prices react.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2026-08-20T20:35:06Z</dcterms:created>
  <dcterms:modified xsi:type="dcterms:W3CDTF">2026-08-20T20:35:06Z</dcterms:modified>
</cp:coreProperties>
</file>