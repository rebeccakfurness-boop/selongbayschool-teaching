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· SYLLABUS 1.2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Factors of Production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Tom's Print Co. actually make stuff?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business needs 4 ingredients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🧩  🎾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Tom's Print Co. 3D-prints custom padel grips and Lego-compatible parts.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name the ingredients — what do you think you'd actually need to start it this weekend?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000000"/>
                </a:solidFill>
              </a:rPr>
              <a:t>🌍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828800" y="594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82880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7863840" cy="2651760"/>
          </a:xfrm>
          <a:prstGeom prst="roundRect">
            <a:avLst>
              <a:gd name="adj" fmla="val 4138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40280"/>
            <a:ext cx="7223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resources used in production — not just soil.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filament spool is made from petroleum. That's land.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778240" y="196596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78240" y="26517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8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000000"/>
                </a:solidFill>
              </a:rPr>
              <a:t>🧑‍🔧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828800" y="594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82880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Labour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7863840" cy="2651760"/>
          </a:xfrm>
          <a:prstGeom prst="roundRect">
            <a:avLst>
              <a:gd name="adj" fmla="val 4138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40280"/>
            <a:ext cx="7223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physical or mental effort.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designing CAD files, running the printer, packaging orders.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778240" y="196596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78240" y="26517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8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Wages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000000"/>
                </a:solidFill>
              </a:rPr>
              <a:t>🖨️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828800" y="594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82880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7863840" cy="2651760"/>
          </a:xfrm>
          <a:prstGeom prst="roundRect">
            <a:avLst>
              <a:gd name="adj" fmla="val 4138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40280"/>
            <a:ext cx="7223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goods used to produce other goods. The printer, the laptop, the tools.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money! Cash isn't capital in economics.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778240" y="196596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78240" y="26517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8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000000"/>
                </a:solidFill>
              </a:rPr>
              <a:t>🎲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828800" y="594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82880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7863840" cy="2651760"/>
          </a:xfrm>
          <a:prstGeom prst="roundRect">
            <a:avLst>
              <a:gd name="adj" fmla="val 4138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40280"/>
            <a:ext cx="7223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Risk-taking + organising the other three factors.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Tom's decision to start the business at all. Unlike the other three rewards, profit isn't guaranteed.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778240" y="196596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78240" y="26517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8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Quantity vs Quality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Quantity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buys a second 3D printer.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units of the same capital.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Quality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228600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upgrades to a faster, more precise printer.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number, better ones.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🎾  The padel club buys 3 more courts. Quantity or quality of capital?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🎾  The head coach completes an advanced coaching qualification. Quantity or quality of labour?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Land → Rent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🧑‍🔧  Labour → Wages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Capital → Interest (not money!)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Enterprise → Profit (not guaranteed)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disequilibrium &amp; price changes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everyone wants a padel court at 6pm and there aren't enough? Shortages, surpluses, and how prices react.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2026-09-14T07:02:13Z</dcterms:created>
  <dcterms:modified xsi:type="dcterms:W3CDTF">2026-09-14T07:02:13Z</dcterms:modified>
</cp:coreProperties>
</file>