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 · SYLLABUS 1.2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Factors of Production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Tom's Print Co. actually make stuff?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business needs 4 ingredients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🖨️  🧩  🎾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Tom's Print Co. 3D-prints custom padel grips and Lego-compatible parts.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we name the ingredients — what do you think you'd actually need to start it this weekend?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1005840" cy="100584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000000"/>
                </a:solidFill>
              </a:rPr>
              <a:t>🌍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1828800" y="5943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828800" y="914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Land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7863840" cy="2651760"/>
          </a:xfrm>
          <a:prstGeom prst="roundRect">
            <a:avLst>
              <a:gd name="adj" fmla="val 4138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240280"/>
            <a:ext cx="722376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resources used in production — not just soil.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filament spool is made from petroleum. That's land.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778240" y="1965960"/>
            <a:ext cx="2743200" cy="2651760"/>
          </a:xfrm>
          <a:prstGeom prst="roundRect">
            <a:avLst>
              <a:gd name="adj" fmla="val 4138"/>
            </a:avLst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0" y="22860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778240" y="265176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8C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Rent</a:t>
            </a:r>
            <a:endParaRPr lang="en-US" sz="2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1005840" cy="100584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000000"/>
                </a:solidFill>
              </a:rPr>
              <a:t>🧑‍🔧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1828800" y="5943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2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828800" y="914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Labour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7863840" cy="2651760"/>
          </a:xfrm>
          <a:prstGeom prst="roundRect">
            <a:avLst>
              <a:gd name="adj" fmla="val 4138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240280"/>
            <a:ext cx="722376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physical or mental effort.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 designing CAD files, running the printer, packaging orders.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778240" y="1965960"/>
            <a:ext cx="2743200" cy="2651760"/>
          </a:xfrm>
          <a:prstGeom prst="roundRect">
            <a:avLst>
              <a:gd name="adj" fmla="val 4138"/>
            </a:avLst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0" y="22860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778240" y="265176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8C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Wages</a:t>
            </a:r>
            <a:endParaRPr lang="en-US" sz="2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1005840" cy="100584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000000"/>
                </a:solidFill>
              </a:rPr>
              <a:t>🖨️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1828800" y="5943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3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828800" y="914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Capital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7863840" cy="2651760"/>
          </a:xfrm>
          <a:prstGeom prst="roundRect">
            <a:avLst>
              <a:gd name="adj" fmla="val 4138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240280"/>
            <a:ext cx="722376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Manufactured goods used to produce other goods. The printer, the laptop, the tools.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money! Cash isn't capital in economics.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778240" y="1965960"/>
            <a:ext cx="2743200" cy="2651760"/>
          </a:xfrm>
          <a:prstGeom prst="roundRect">
            <a:avLst>
              <a:gd name="adj" fmla="val 4138"/>
            </a:avLst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0" y="22860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778240" y="265176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8C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Interest</a:t>
            </a:r>
            <a:endParaRPr lang="en-US" sz="2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1005840" cy="100584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000000"/>
                </a:solidFill>
              </a:rPr>
              <a:t>🎲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1828800" y="5943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4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828800" y="914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Enterprise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7863840" cy="2651760"/>
          </a:xfrm>
          <a:prstGeom prst="roundRect">
            <a:avLst>
              <a:gd name="adj" fmla="val 4138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240280"/>
            <a:ext cx="722376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Risk-taking + organising the other three factors.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Tom's decision to start the business at all. Unlike the other three rewards, profit isn't guaranteed.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778240" y="1965960"/>
            <a:ext cx="2743200" cy="2651760"/>
          </a:xfrm>
          <a:prstGeom prst="roundRect">
            <a:avLst>
              <a:gd name="adj" fmla="val 4138"/>
            </a:avLst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0" y="22860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778240" y="265176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8C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Profit</a:t>
            </a:r>
            <a:endParaRPr lang="en-US" sz="2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Quantity vs Quality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78308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  Quantity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2286000"/>
            <a:ext cx="4663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 buys a second 3D printer.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units of the same capital.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126480" y="155448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0" y="178308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⭐  Quality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0" y="2286000"/>
            <a:ext cx="4663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 upgrades to a faster, more precise printer.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number, better ones.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check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🎾  The padel club buys 3 more courts. Quantity or quality of capital?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🎾  The head coach completes an advanced coaching qualification. Quantity or quality of labour?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Recap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🌍  Land → Rent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🧑‍🔧  Labour → Wages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🖨️  Capital → Interest (not money!)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🎲  Enterprise → Profit (not guaranteed)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LESSON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 disequilibrium &amp; price changes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 when everyone wants a padel court at 6pm and there aren't enough? Shortages, surpluses, and how prices react.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2026-07-30T00:22:12Z</dcterms:created>
  <dcterms:modified xsi:type="dcterms:W3CDTF">2026-07-30T00:22:12Z</dcterms:modified>
</cp:coreProperties>
</file>