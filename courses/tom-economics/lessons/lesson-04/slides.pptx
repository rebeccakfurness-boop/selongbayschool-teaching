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PED refresher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&lt; 1 = inelastic. Size &gt; 1 = elastic. Size = 1 = unitary. Let's get a few reps in before we look at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Racket restring service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45 per week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20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🏓 Limited-edition padel paddle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$150 → $165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18 sold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10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Generic Lego minifigure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 → $6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70 sold  (−30%)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2026-09-10T18:59:10Z</dcterms:created>
  <dcterms:modified xsi:type="dcterms:W3CDTF">2026-09-10T18:59:10Z</dcterms:modified>
</cp:coreProperties>
</file>