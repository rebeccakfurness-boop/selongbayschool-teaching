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end up richer — or poorer?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vs. free goods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 had land down as a free good. What's the actual difference between land as a factor of production, and a free good?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vs. consequences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lesson, a shortage/surplus got named as the cause of a price change. What actually causes a price to change in a market?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PED refresher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&lt; 1 = inelastic. Size &gt; 1 = elastic. Size = 1 = unitary. Let's get a few reps in before we look at revenue.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Racket restring service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45 per week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20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🏓 Limited-edition padel paddle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$150 → $165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20 → 18 sold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10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Generic Lego minifigure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 → $6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70 sold  (−30%)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20 = −1.5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real question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his padel grips.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money per grip sold... but does he end up with more total money?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— and tell me why.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revenue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 = P × Q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moves P. But it also moves Q, because of PED. Those two moves can fight each other — that's the whole lesson.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(elastic)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−2 (elastic)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$20 × 100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$22 × 80 = $1760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FELL, despite the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(inelastic)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−0.5 (inelastic)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$50 × 40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$55 × 38 = $2090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this time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padel grips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60 → 54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(PED = −0.4, from last lesson)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grips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$8 × 60 = $480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$10 × 54 = $540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inelastic, again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Inelastic (&lt;1)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(&gt;1)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Unitary (=1)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PED to set prices for maximum revenue — raise prices on inelastic products, avoid raising (or cut) prices on elastic ones.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necessities hurt household budgets most when prices rise — you can't easily cut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work best on inelastic goods (fuel, cigarettes) — quantity barely falls, so tax revenue stays high and reliable.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−3. It's considering a price rise. Good idea or bad idea?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−0.2. Same question.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= P × Q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 PED matters to firms' pricing, consumers' budgets, and government tax choices.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 (PES)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letter — how responsive is quantity supplied to a price change?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2026-08-24T20:27:32Z</dcterms:created>
  <dcterms:modified xsi:type="dcterms:W3CDTF">2026-08-24T20:27:32Z</dcterms:modified>
</cp:coreProperties>
</file>