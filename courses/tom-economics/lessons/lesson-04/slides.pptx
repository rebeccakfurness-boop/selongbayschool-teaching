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4 · SYLLABUS 2.6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PED: Revenue &amp; Significance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Tom raises his prices, does he end up richer — or poorer?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1E2761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Quick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vs. free goods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875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 had land down as a free good. What's the actual difference between land as a factor of production, and a free good?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1E2761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Quick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vs. consequences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875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lesson, a shortage/surplus got named as the cause of a price change. What actually causes a price to change in a market?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PED refresher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51760" y="164592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651760" y="164592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%ΔQd ÷ %ΔP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&lt; 1 = inelastic. Size &gt; 1 = elastic. Size = 1 = unitary. Let's get a few reps in before we look at revenue.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Racket restring service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 → $18  (+20%)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50 → 45 per week  (−10%)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−10 ÷ 20 = −0.5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🏓 Limited-edition padel paddle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$150 → $165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20 → 18 sold  (−10%)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−10 ÷ 10 = −1 → Unitary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 Generic Lego minifigure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 → $6  (+20%)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70 sold  (−30%)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−30 ÷ 20 = −1.5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real question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puts up the price of his padel grips.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money per grip sold... but does he end up with more total money?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— and tell me why.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revenue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51760" y="164592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651760" y="164592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 = P × Q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moves P. But it also moves Q, because of PED. Those two moves can fight each other — that's the whole lesson.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28216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Guess first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bookings (elastic)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before you check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$20 → $22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80 bookings/week  (−20%)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−2 (elastic)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Revenue: up, down, or the same?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bookings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$20 × 100 = $2000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$22 × 80 = $1760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FELL, despite the price rise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28216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Guess first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Retired Lego set (inelastic)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before you check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$50 → $55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38 sets/month  (−5%)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−0.5 (inelastic)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Revenue: up, down, or the same?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Retired Lego set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$50 × 40 = $2000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$55 × 38 = $2090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this time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Tom's padel grips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$8 → $10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60 → 54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(PED = −0.4, from last lesson)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Tom's grips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$8 × 60 = $480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$10 × 54 = $540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— inelastic, again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1828800"/>
          <a:ext cx="6858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Inelastic (&lt;1)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 (&gt;1)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Unitary (=1)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PED to set prices for maximum revenue — raise prices on inelastic products, avoid raising (or cut) prices on elastic ones.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necessities hurt household budgets most when prices rise — you can't easily cut back.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Taxes work best on inelastic goods (fuel, cigarettes) — quantity barely falls, so tax revenue stays high and reliable.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firm's product has PED = −3. It's considering a price rise. Good idea or bad idea?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firm's product has PED = −0.2. Same question.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= P × Q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demand: price &amp; revenue move together.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demand: price &amp; revenue move opposite.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why PED matters to firms' pricing, consumers' budgets, and government tax choices.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supply (PES)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structure, new letter — how responsive is quantity supplied to a price change?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2026-08-24T21:42:32Z</dcterms:created>
  <dcterms:modified xsi:type="dcterms:W3CDTF">2026-08-24T21:42:32Z</dcterms:modified>
</cp:coreProperties>
</file>