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 · SYLLABUS 2.7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react faster to a price change — buyers, or sellers?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the seller's side instead.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react faster?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padel club wants more courts this summer because demand is booming.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wants to make more grips this week because a big order just came in.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can actually ramp up supply faster — and why?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measures how responsive quantity supplied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%ΔQs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PED, PES is almost always positive — the law of supply says price and quantity supplied move in the same direction, so there's no minus sign to ignore this time.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Worked example: Tom's grips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surge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  (+25%)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60 → 90 grips/week  (+50%)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50 ÷ 25 = 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this summer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court hire +20%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new courts before autumn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20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+10%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+30% (spare printer capacity)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+10%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30 ÷ 10 = 3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(resale)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+50%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more will ever be made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+50%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50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PES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PES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∞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 capacity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machinery/staff time = more elastic. Tom's idle second printer can start immediately.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mobility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for labour/capital to switch tasks = more elastic. Hard-to-retrain specialist staff = more inelastic.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more time to build capacity, hire staff, or build new courts.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to store stock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that can be stockpiled and released later = more elastic. A padel lesson (a service) can't be stored — more inelastic.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 make = more elastic (a grip prints in minutes). Slow to make = more inelastic (a new court takes months).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producers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producers able to enter the market = more elastic supply, especially in the long run.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club can't add courts this season no matter the price. What's its PES this season?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Tom's grip supply MORE elastic: running at full capacity, or having a spare idle printer?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 —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ability to store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Zooming out from single markets to a whole economy — how does a market system decide what gets made, with nobody in charge?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2026-08-24T20:27:32Z</dcterms:created>
  <dcterms:modified xsi:type="dcterms:W3CDTF">2026-08-24T20:27:32Z</dcterms:modified>
</cp:coreProperties>
</file>