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· SYLLABUS 2.7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Supply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react faster to a price change — buyers, or sellers?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demand: price &amp; revenue move together.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demand: price &amp; revenue move opposite.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cold — today's about the seller's side instead.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Warm-up: Tom's Print Co keychain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$4 → $5  (+25%)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80 → 60 per week  (−25%)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Keychain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= −25%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−25 ÷ 25 = −1 → Unitary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Warm-up: padel kids' coaching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+ TR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$15 → $18  (+20%)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40 → 36 sessions/week  (−10%)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Kids' coaching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−10 ÷ 20 = −0.5 (inelastic)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$15 × 40 = $600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$18 × 36 = $648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ROSE — inelastic + price rise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react faster?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padel club wants more courts this summer because demand is booming.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wants to make more grips this week because a big order just came in.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can actually ramp up supply faster — and why?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&amp; formula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measures how responsive quantity supplied is to a change in price.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651760" y="2468880"/>
            <a:ext cx="685800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246888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%ΔQs ÷ %ΔP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PED, PES is almost always positive — the law of supply says price and quantity supplied move in the same direction, so there's no minus sign to ignore this time.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Worked example: Tom's grips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surge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$8 → $10  (+25%)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supplied: 60 → 90 grips/week  (+50%)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50 ÷ 25 = 2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Padel courts this summer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work it 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court hire +20%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supplied: fixed — no new courts before autumn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Padel courts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+20%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supplied = 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0 ÷ 20 = 0 → Perfectly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Custom Lego accessories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work it 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+10%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supplied: +30% (spare printer capacity)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Custom Lego accessories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+10%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supplied = +30%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30 ÷ 10 = 3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 Retired Lego set (resale)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work it 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+50%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supplied: fixed — no more will ever be made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 Retired Lego set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+50%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supplied = 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0 ÷ 50 = 0 → Perfectly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PES spectrum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9387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387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1116" y="2244852"/>
            <a:ext cx="0" cy="1088136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inelastic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955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=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555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555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802990" y="2244852"/>
            <a:ext cx="559613" cy="1088136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123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123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PES &lt;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723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723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550408" y="2244852"/>
            <a:ext cx="1088136" cy="1088136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291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291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=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2891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891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2555748"/>
            <a:ext cx="1088136" cy="466344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459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459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&gt;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4059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059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3768" y="2788920"/>
            <a:ext cx="1088136" cy="0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627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elastic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6627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= ∞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PES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capacity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machinery/staff time = more elastic. Tom's idle second printer can start immediately.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mobility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labour/capital to switch tasks = more elastic. Hard-to-retrain specialist staff = more inelastic.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elastic in the long run — more time to build capacity, hire staff, or build new courts.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PES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store stock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that can be stockpiled and released later = more elastic. A padel lesson (a service) can't be stored — more inelastic.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period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make = more elastic (a grip prints in minutes). Slow to make = more inelastic (a new court takes months).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producers able to enter the market = more elastic supply, especially in the long run.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padel club can't add courts this season no matter the price. What's its PES this season?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makes Tom's grip supply MORE elastic: running at full capacity, or having a spare idle printer?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= %ΔQs ÷ %ΔP — almost always positive.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perfectly inelastic  ·  0–1 → inelastic  ·  1 → unitary  ·  &gt;1 → elastic  ·  ∞ → perfectly elastic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Determinants: spare capacity, factor mobility, time period, ability to store stock, production period, number of producers.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economic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out from single markets to a whole economy — how does a market system decide what gets made, with nobody in charge?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