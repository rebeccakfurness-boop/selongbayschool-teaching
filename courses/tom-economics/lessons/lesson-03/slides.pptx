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lose a few customers — or a lot?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price rise, different reactions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custom padel grips by 10%.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he lose a few customers, or a lot? What would that actually depend on?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measures how responsive quantity demanded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is technically always negative (law of demand) — economists usually just discuss its size, ignoring the minus sign.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Worked example: 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Padel club casual court booking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−20 ÷ 10 = −2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Worked example: inelastic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 Lego set, resale market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−5 ÷ 10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PED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PED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∞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More/closer substitutes = more elastic. A generic Lego set (many alternatives) vs. a specific retired set (no substitute).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vs luxury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Necessities are more inelastic. Court resurfacing (has to happen) vs. novelty keychains (impulse buy).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income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share of income = more elastic. A cheap grip (barely noticed) vs. an annual club membership (very noticeable).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PED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Habit-forming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Addictive goods are more inelastic (classic example: cigarettes).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customers keep buying out of habit short-term, then switch supplier over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of definition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"3D-printed products" broadly (hard to avoid) vs. "Tom's specific grip design" narrowly (easy to switch away from).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10% price rise causes quantity demanded to fall by 25%. Elastic or inelastic?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demand more elastic: many substitutes, or being a necessity?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%ΔQd ÷ %ΔP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substitutes, necessity, income share, habit, time, width of definition.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PED means for how much money Tom actually makes when he changes his prices.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2026-08-24T21:42:32Z</dcterms:created>
  <dcterms:modified xsi:type="dcterms:W3CDTF">2026-08-24T21:42:32Z</dcterms:modified>
</cp:coreProperties>
</file>