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SYLLABUS 2.6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Demand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Tom raises his prices, does he lose a few customers — or a lot?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price rise, different reactions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puts up the price of custom padel grips by 10%.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he lose a few customers, or a lot? What would that actually depend on?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&amp; formula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measures how responsive quantity demanded is to a change in price.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651760" y="2468880"/>
            <a:ext cx="6858000" cy="118872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246888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%ΔQd ÷ %ΔP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is technically always negative (law of demand) — economists usually just discuss its size, ignoring the minus sign.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Worked example: elastic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 club casual court booking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$20 → $22  (+10%)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100 → 80 bookings/week  (−20%)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−20 ÷ 10 = −2 → Elastic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Worked example: inelastic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Lego set, resale market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$50 → $55  (+10%)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40 → 38 sets/month  (−5%)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−5 ÷ 10 = −0.5 → Inelastic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PED spectrum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9387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387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1116" y="2244852"/>
            <a:ext cx="0" cy="1088136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55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inelastic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955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0555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0555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802990" y="2244852"/>
            <a:ext cx="559613" cy="1088136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123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123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&lt; PED &lt;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1723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1723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550408" y="2244852"/>
            <a:ext cx="1088136" cy="1088136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291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4291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2891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891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2555748"/>
            <a:ext cx="1088136" cy="466344"/>
          </a:xfrm>
          <a:prstGeom prst="line">
            <a:avLst/>
          </a:prstGeom>
          <a:noFill/>
          <a:ln w="31750">
            <a:solidFill>
              <a:srgbClr val="1BAF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459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459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&gt;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40596" y="2011680"/>
            <a:ext cx="0" cy="155448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0596" y="3566160"/>
            <a:ext cx="15544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3768" y="2788920"/>
            <a:ext cx="1088136" cy="0"/>
          </a:xfrm>
          <a:prstGeom prst="line">
            <a:avLst/>
          </a:prstGeom>
          <a:noFill/>
          <a:ln w="31750">
            <a:solidFill>
              <a:srgbClr val="1BAF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6276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elastic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66276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∞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PED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More/closer substitutes = more elastic. A generic Lego set (many alternatives) vs. a specific retired set (no substitute).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vs luxury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Necessities are more inelastic. Court resurfacing (has to happen) vs. novelty keychains (impulse buy).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income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share of income = more elastic. A cheap grip (barely noticed) vs. an annual club membership (very noticeable).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Determinants of PED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Habit-forming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Addictive goods are more inelastic (classic example: cigarettes).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elastic in the long run — customers keep buying out of habit short-term, then switch supplier over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of definition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"3D-printed products" broadly (hard to avoid) vs. "Tom's specific grip design" narrowly (easy to switch away from).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10% price rise causes quantity demanded to fall by 25%. Elastic or inelastic?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makes demand more elastic: many substitutes, or being a necessity?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%ΔQd ÷ %ΔP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perfectly inelastic  ·  0–1 → inelastic  ·  1 → unitary  ·  &gt;1 → elastic  ·  ∞ → perfectly elastic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Determinants: substitutes, necessity, income share, habit, time, width of definition.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PED: revenue &amp; significance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PED means for how much money Tom actually makes when he changes his prices.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2026-09-14T07:02:13Z</dcterms:created>
  <dcterms:modified xsi:type="dcterms:W3CDTF">2026-09-14T07:02:13Z</dcterms:modified>
</cp:coreProperties>
</file>