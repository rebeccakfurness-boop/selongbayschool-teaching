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 · SYLLABUS 2.10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Economy: Price Controls, Tax &amp; Subsidies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go deep on government's toolkit.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failure: the price mechanism misallocates resources.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externalities, positive externalities/merit goods, and public goods are the causes named last lesson.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Warm-up: Tom's Print Co keyrings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$4 → $5  (+25%)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120 → 90 per week  (−25%)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Keyrings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= −25%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−25 ÷ 25 = −1.0 → Unitary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Warm-up: padel club ball-machine rental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PES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$8 → $10  (+25%)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40 → 46 slots/week  (+15%)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Ball-machine rental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supplied = +15%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15 ÷ 25 = 0.6 →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for the toolkit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 ended with a preview: taxes, subsidies, regulation, direct provision.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go deep on tax &amp; subsidy, plus a new idea: price controls.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mixed economic system?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covered the pure market economic system — but almost no real country works purely that way.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economic system combines the market (private sector) with government intervention (public sector).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steps in wherever the market fails.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intervene?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externalities (overproduction) → discourage them.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externalities / merit goods (underproduction) → encourage them.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goods (zero provision) → provide them directly.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prices → control them directly.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taxes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 on spending, charged to the seller but usually passed on as a higher price.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raises the producer's cost — supply shifts LEFT. Price rises, quantity falls.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tax on padel club energy drinks (a demerit good) — fewer sold, correcting overproduction.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from government to producers that lowers their cost of production.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lowers the producer's cost — supply shifts RIGHT. Price falls, quantity rises.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council grant for Tom's coding workshops (a merit good) — more offered, correcting underproduction.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tax or subsidy?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charge added to every packet of cigarettes sold near the club.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per-panel bonus paid to solar panel installers.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grant paid to Tom for every free coding workshop he runs.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charge added to the fuel used to run the padel club's floodlights.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controls: two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price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limit the price can't rise above.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("Price ceiling")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below equilibrium, to make something more affordable.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price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limit the price can't fall below.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("Price floor")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above equilibrium, usually to protect sellers' income.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price → shortage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below the free-market equilibrium price.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quantity demanded exceeds quantity supplied — a SHORTAGE.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padel court rental capped at $10/hour — courts run out fast at peak times.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price → surplus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above the free-market equilibrium price.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quantity supplied exceeds quantity demanded — a SURPLUS.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minimum wage above the market-clearing wage — the labour surplus shows up as unemployment.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maximum or minimum price?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council caps padel court rental at $10/hour.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requires employers to pay staff at least $12/hour.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guarantees farmers a set price for wheat.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caps rented-flat prices so they can never exceed a set amount.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indirect tax do to the supply curve?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government subsidise a merit good?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maximum price below equilibrium cause? A minimum price above it?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economy blends the market with government intervention.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and subsidy shift supply: tax raises price and cuts quantity, subsidy lowers price and raises quantity.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controls work directly on price: a maximum price causes a shortage, a minimum price causes a surplus.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government intervention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Regulation, privatisation, nationalisation, and quotas.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