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 · SYLLABUS 2.9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Failure: Causes &amp; Consequences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 problem isn't the same as knowing its effect.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failure: the price mechanism misallocates resources.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types named last lesson: externalities, public goods, merit goods, demerit goods.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Warm-up: Tom's Print Co phone cases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$6 → $7.50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80 → 56 per week  (−30%)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Phone cases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25 = −1.2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Warm-up: padel club racket restringing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PES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$12 → $15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20 → 22 slots/week  (+10%)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Restringing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+10%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10 ÷ 25 = 0.4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what actually happens?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 problem isn't the same as knowing its effect.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exactly what goes wrong with the amount produced, who gets affected, and a first look at government's response.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output vs. socially efficient output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output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actually gets produced.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private cost and private benefit alone.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Socially efficient output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SHOULD get produced.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social cost and social benefit — the true cost/benefit to everyone.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externalities → overproduction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stream pollution: social cost is higher than private cost.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only 'sees' private cost, so production keeps going past the point where it should stop.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MORE grips get produced than is actually best for society.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externalities &amp; merit goods → underproduction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free coding workshop: social benefit is higher than private benefit.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only 'sees' private benefit.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LESS of it gets provided than would actually be best for society.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goods → zero provision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free-rider problem means a private firm can't capture profit from something like streetlights.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market provides NONE at all, even though people clearly want it.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which consequence?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keeps printing extra grips even though the pollution cost is never paid by him.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vaccination programme reaches fewer people than would benefit society.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builds a lighthouse, because no single ship owner will pay for something every ship benefits from for free.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bears the consequences?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pay for goods that quietly harm others, or miss out on merit goods that would genuinely benefit them.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market signal to change — nobody's actually charging them for the externality they create.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decide whether the gap is big enough to justify stepping in, and how.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look at government's toolkit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— to discourage demerit goods and negative externalities.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Subsidies — to encourage merit goods and positive externalities.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— rules and limits on behaviour.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provision — government builds or provides public goods itself.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factory's negative externality — more or less than the socially efficient amount?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merit good get under-provided by the market?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free-rider problem a direct cause of?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externalities cause overproduction. Positive externalities and merit goods cause underproduction.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 get zero private provision.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Consumers, producers, and government are all affected differently.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economy &amp; price controls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tools — taxes, subsidies, regulation — in depth.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2026-09-10T18:59:10Z</dcterms:created>
  <dcterms:modified xsi:type="dcterms:W3CDTF">2026-09-10T18:59:10Z</dcterms:modified>
</cp:coreProperties>
</file>