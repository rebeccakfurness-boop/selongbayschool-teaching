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 · SYLLABUS 2.8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Economic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actually in charge of what gets made?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%ΔQs ÷ %ΔP, almost always 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spare capacity, factor mobility, time period, stock, production period, number of producers.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👜 Warm-up: padel club tote bag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$12 → $15  (+25%)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50 → 30 per month  (−40%)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👜 Tote bag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+25%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−40%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−40 ÷ 25 = −1.6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Warm-up: Tom's Print Co phone stands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+ TR practice (a price CUT)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$10 → $8  (−20%)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45 → 63 per week  (+40%)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Phone stands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40 ÷ −20 = −2 (elastic)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$10 × 45 = $450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$8 × 63 = $504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elastic + price cut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Nobody's in charge — so how does it work?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at Tom's Print Co has ever received a government order saying "make 60 grips this week, price them at $8."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told the padel club how many courts to build.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roughly the right amount of stuff gets made, priced, and sold. How?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price mechanism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economic system, prices — driven by supply and demand — coordinate everything, with no central planner.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people want grips than Tom is making → price gets bid up → that signals "make more, there's profit in it."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these tiny signals, constantly, are sometimes called the "invisible hand."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every economy answers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produce?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earns a profit — signalled by what consumers are willing to pay for.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produce?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keeps costs lowest — competition punishes wasteful producers with lower profit.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whom?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is willing AND able to pay the market price — not need, lottery, or the state.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Characteristics of a market economy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ownership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Individuals and firms own resources — Tom owns his printer and business, not the state.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motive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 are driven by the goal of making a profit — that decides what gets made.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of choice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choose what to buy; producers choose what to sell and at what price.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Characteristics of a market economy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197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28940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8940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producers compete for customers, pushing prices down and quality/innovation up.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773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5516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government role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516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mostly stays out of day-to-day production and pricing decisions.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try: market or planned?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decides what to make based on what sells best.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government official sets padel court prices for the whole country.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start a 3D-printing business if they think they can profit.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owns every padel club and decides how many courts each town gets.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of the market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allocation — resources flow toward what consumers actually want.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choice — many competing products, not one state-approved option.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 to innovate — competition rewards cutting costs or building something better.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costly bureaucracy — no army of planners needed to set production levels.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&amp; choice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3D-print shops open near the padel club, all competing for Tom's customers.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usually means lower prices and better quality for buyers.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redesigns his workflow to cut delivery from a week to two days — no government told him to.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profit motive drove the improvement on his own initiative.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Disadvantages of the market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 — the market only responds to effective demand (want + ability to pay).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 under-provided — hard to charge individuals for things like street lighting.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Externalities ignored — market price often leaves out spillover costs, like pollution.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Monopoly power — a dominant firm can raise prices and cut quality unchallenged.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Disadvantages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printer produces plastic waste in a local stream — not reflected in the $8 grip price.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that can't afford court fees wants to play — the market doesn't respond to that want.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privately installs streetlights on the path to the club — no profit incentive to.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economy, who decides who goods actually go to?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pure market system automatically account for pollution costs?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mechanism coordinates a market economy without central planning.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Characteristics: private ownership, profit motive, freedom of choice, competition, minimal government role.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Strengths: efficiency, choice, innovation. Weaknesses: inequality, public goods, externalities, monopoly risk.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failure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into exactly where markets break down — starting with the key definitions.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2026-09-11T00:12:05Z</dcterms:created>
  <dcterms:modified xsi:type="dcterms:W3CDTF">2026-09-11T00:12:05Z</dcterms:modified>
</cp:coreProperties>
</file>